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B2E960-93F5-4E2C-8961-F01E77A945ED}" v="4" dt="2025-11-27T10:03:19.2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0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customXml" Target="../customXml/item3.xml"/><Relationship Id="rId5" Type="http://schemas.openxmlformats.org/officeDocument/2006/relationships/theme" Target="theme/theme1.xml"/><Relationship Id="rId10" Type="http://schemas.openxmlformats.org/officeDocument/2006/relationships/customXml" Target="../customXml/item2.xml"/><Relationship Id="rId4" Type="http://schemas.openxmlformats.org/officeDocument/2006/relationships/viewProps" Target="viewProps.xml"/><Relationship Id="rId9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ude Rochat" userId="998c813a-3ab2-4da4-aa53-8b06d163e6c3" providerId="ADAL" clId="{31D59532-18E3-4EE3-8B88-27F6F9D69FB3}"/>
    <pc:docChg chg="modSld">
      <pc:chgData name="Claude Rochat" userId="998c813a-3ab2-4da4-aa53-8b06d163e6c3" providerId="ADAL" clId="{31D59532-18E3-4EE3-8B88-27F6F9D69FB3}" dt="2025-11-27T10:18:03.068" v="46" actId="14100"/>
      <pc:docMkLst>
        <pc:docMk/>
      </pc:docMkLst>
      <pc:sldChg chg="addSp modSp mod">
        <pc:chgData name="Claude Rochat" userId="998c813a-3ab2-4da4-aa53-8b06d163e6c3" providerId="ADAL" clId="{31D59532-18E3-4EE3-8B88-27F6F9D69FB3}" dt="2025-11-27T10:18:03.068" v="46" actId="14100"/>
        <pc:sldMkLst>
          <pc:docMk/>
          <pc:sldMk cId="1327497524" sldId="257"/>
        </pc:sldMkLst>
        <pc:spChg chg="add mod">
          <ac:chgData name="Claude Rochat" userId="998c813a-3ab2-4da4-aa53-8b06d163e6c3" providerId="ADAL" clId="{31D59532-18E3-4EE3-8B88-27F6F9D69FB3}" dt="2025-11-27T10:01:48.922" v="2" actId="208"/>
          <ac:spMkLst>
            <pc:docMk/>
            <pc:sldMk cId="1327497524" sldId="257"/>
            <ac:spMk id="4" creationId="{E636AA9A-757E-656F-900D-DEE613AE9E41}"/>
          </ac:spMkLst>
        </pc:spChg>
        <pc:spChg chg="add mod">
          <ac:chgData name="Claude Rochat" userId="998c813a-3ab2-4da4-aa53-8b06d163e6c3" providerId="ADAL" clId="{31D59532-18E3-4EE3-8B88-27F6F9D69FB3}" dt="2025-11-27T10:02:03.802" v="11" actId="207"/>
          <ac:spMkLst>
            <pc:docMk/>
            <pc:sldMk cId="1327497524" sldId="257"/>
            <ac:spMk id="5" creationId="{7D5A5314-D1B2-07A9-F760-037B71E1E124}"/>
          </ac:spMkLst>
        </pc:spChg>
        <pc:spChg chg="add mod">
          <ac:chgData name="Claude Rochat" userId="998c813a-3ab2-4da4-aa53-8b06d163e6c3" providerId="ADAL" clId="{31D59532-18E3-4EE3-8B88-27F6F9D69FB3}" dt="2025-11-27T10:02:19.236" v="14" actId="208"/>
          <ac:spMkLst>
            <pc:docMk/>
            <pc:sldMk cId="1327497524" sldId="257"/>
            <ac:spMk id="6" creationId="{07F77785-C27F-79A8-E7B8-86BA02E2F74E}"/>
          </ac:spMkLst>
        </pc:spChg>
        <pc:spChg chg="add mod">
          <ac:chgData name="Claude Rochat" userId="998c813a-3ab2-4da4-aa53-8b06d163e6c3" providerId="ADAL" clId="{31D59532-18E3-4EE3-8B88-27F6F9D69FB3}" dt="2025-11-27T10:03:12.594" v="29" actId="207"/>
          <ac:spMkLst>
            <pc:docMk/>
            <pc:sldMk cId="1327497524" sldId="257"/>
            <ac:spMk id="7" creationId="{367A6EF0-7EE4-E6AE-2E6A-82F96129C533}"/>
          </ac:spMkLst>
        </pc:spChg>
        <pc:spChg chg="add mod">
          <ac:chgData name="Claude Rochat" userId="998c813a-3ab2-4da4-aa53-8b06d163e6c3" providerId="ADAL" clId="{31D59532-18E3-4EE3-8B88-27F6F9D69FB3}" dt="2025-11-27T10:03:17.103" v="31" actId="1076"/>
          <ac:spMkLst>
            <pc:docMk/>
            <pc:sldMk cId="1327497524" sldId="257"/>
            <ac:spMk id="8" creationId="{080948FD-F4C0-9AE9-53EB-2C5E7E53D217}"/>
          </ac:spMkLst>
        </pc:spChg>
        <pc:spChg chg="add mod">
          <ac:chgData name="Claude Rochat" userId="998c813a-3ab2-4da4-aa53-8b06d163e6c3" providerId="ADAL" clId="{31D59532-18E3-4EE3-8B88-27F6F9D69FB3}" dt="2025-11-27T10:03:24.889" v="37" actId="20577"/>
          <ac:spMkLst>
            <pc:docMk/>
            <pc:sldMk cId="1327497524" sldId="257"/>
            <ac:spMk id="9" creationId="{82147953-72F2-C85F-EBDA-91AB940BD904}"/>
          </ac:spMkLst>
        </pc:spChg>
        <pc:picChg chg="add mod">
          <ac:chgData name="Claude Rochat" userId="998c813a-3ab2-4da4-aa53-8b06d163e6c3" providerId="ADAL" clId="{31D59532-18E3-4EE3-8B88-27F6F9D69FB3}" dt="2025-11-27T10:17:55.297" v="43" actId="1076"/>
          <ac:picMkLst>
            <pc:docMk/>
            <pc:sldMk cId="1327497524" sldId="257"/>
            <ac:picMk id="11" creationId="{53315A4F-B3D7-0566-B838-28BE8887F6ED}"/>
          </ac:picMkLst>
        </pc:picChg>
        <pc:picChg chg="add mod">
          <ac:chgData name="Claude Rochat" userId="998c813a-3ab2-4da4-aa53-8b06d163e6c3" providerId="ADAL" clId="{31D59532-18E3-4EE3-8B88-27F6F9D69FB3}" dt="2025-11-27T10:18:03.068" v="46" actId="14100"/>
          <ac:picMkLst>
            <pc:docMk/>
            <pc:sldMk cId="1327497524" sldId="257"/>
            <ac:picMk id="13" creationId="{7278E9DE-DD8E-79D7-ADC5-DDD513DC232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F8F82D-5D8E-FF53-8A59-B992E40B24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56E9C6E-677A-C33A-3B3C-2F4667F827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2C2B357-9C43-9F46-146B-03716B867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4E330-82FA-4048-AE3D-DEBA4B1FD654}" type="datetimeFigureOut">
              <a:rPr lang="fr-CH" smtClean="0"/>
              <a:t>27.11.2025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A3016F-AF0B-9B67-7E4B-CC5043DEA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2AAEA36-E95F-9B7F-93A6-F6AF249AF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1AEF2-D771-4074-835D-323F4B3DCEE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725365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9E2B9F-D1B9-1E47-073E-FDDB0BB35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D1F3F7A-2CF4-43F0-788E-DCA84390B4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253292E-D0CE-400B-980E-C196539FB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4E330-82FA-4048-AE3D-DEBA4B1FD654}" type="datetimeFigureOut">
              <a:rPr lang="fr-CH" smtClean="0"/>
              <a:t>27.11.2025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2E27561-3EE0-49F3-BA62-B87C026BF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0A019BD-2C30-901E-8CA2-EF80A8002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1AEF2-D771-4074-835D-323F4B3DCEE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581540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8D11F9-9622-2180-6FD6-725A0637E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67E9027-BCB4-A452-11FD-4EB6C895F5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096A91B-951D-1573-1717-6B6B5FDB6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4E330-82FA-4048-AE3D-DEBA4B1FD654}" type="datetimeFigureOut">
              <a:rPr lang="fr-CH" smtClean="0"/>
              <a:t>27.11.2025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3963D62-AFC2-53B6-D973-13E3B605D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374EE83-1EC5-7AB9-6130-1C09C7FF4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1AEF2-D771-4074-835D-323F4B3DCEE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879192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5C9237-3E39-2086-754C-408CBF2D2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A0CBB14-0C41-00EE-F7C0-97B707C0A2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8FC50B0-5D97-EA7C-BF83-5E0F96F191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CC1CE35-5F16-7354-B400-B46B0FF21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4E330-82FA-4048-AE3D-DEBA4B1FD654}" type="datetimeFigureOut">
              <a:rPr lang="fr-CH" smtClean="0"/>
              <a:t>27.11.2025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3A75765-7A0A-1CAC-389B-28008D3C3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D50C7AA-4A71-11D8-017A-8ABBC2D8B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1AEF2-D771-4074-835D-323F4B3DCEE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708173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26F172-669D-C97F-7CB4-A6EA1D62C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26AFEDA-9689-E467-8E69-9D9D3525AB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BC57FC2-69D1-DD09-CA9A-1960F70CFE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5FCEEC3-15BD-F353-4989-E2ABB5F9E9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7D5B14C-D7EF-ADD1-F594-1801639F0C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52C26C5-E149-482C-0CA0-70ED69797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4E330-82FA-4048-AE3D-DEBA4B1FD654}" type="datetimeFigureOut">
              <a:rPr lang="fr-CH" smtClean="0"/>
              <a:t>27.11.2025</a:t>
            </a:fld>
            <a:endParaRPr lang="fr-CH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EDE435F-774E-C9FD-DD0C-EC580FEDF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C1C7910-E427-8BD9-D79A-FE0671706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1AEF2-D771-4074-835D-323F4B3DCEE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888668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94D158-2C08-4965-653D-7D55DAD20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880318A-C3BF-C45C-1B90-8D5112BA2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4E330-82FA-4048-AE3D-DEBA4B1FD654}" type="datetimeFigureOut">
              <a:rPr lang="fr-CH" smtClean="0"/>
              <a:t>27.11.2025</a:t>
            </a:fld>
            <a:endParaRPr lang="fr-CH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FA39DA3-5E97-AE6F-BCAF-2707B3928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0B3398E-9970-221A-433B-FF2C65973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1AEF2-D771-4074-835D-323F4B3DCEE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887377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FD0FC79-700D-A3F6-D7B9-D4B190703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4E330-82FA-4048-AE3D-DEBA4B1FD654}" type="datetimeFigureOut">
              <a:rPr lang="fr-CH" smtClean="0"/>
              <a:t>27.11.2025</a:t>
            </a:fld>
            <a:endParaRPr lang="fr-CH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8874F05-156B-87DE-D45B-5DC9E2D15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505EC1A-7195-38F5-54D1-CB58B4799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1AEF2-D771-4074-835D-323F4B3DCEE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337713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A0988A-F95D-7AA1-9F21-4AC1601D8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9788607-EB30-7D44-10D1-442935210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35B9B3D-3A20-5243-6026-D40296015C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14EDEDC-81CA-7D01-42F5-D3420D0E1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4E330-82FA-4048-AE3D-DEBA4B1FD654}" type="datetimeFigureOut">
              <a:rPr lang="fr-CH" smtClean="0"/>
              <a:t>27.11.2025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C1BC480-8EA0-1BA1-5101-5FA401A90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782F40C-DC9F-8FF6-B26F-C1C9DD420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1AEF2-D771-4074-835D-323F4B3DCEE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076109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87CBBD-69C3-BED3-5DB2-6A47C67C5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7558530-D1C3-CD25-3096-8ADA3832C8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EDABD84-B2D0-129B-289E-67E832976B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A6172F7-F99E-B84C-CF04-AD822899B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4E330-82FA-4048-AE3D-DEBA4B1FD654}" type="datetimeFigureOut">
              <a:rPr lang="fr-CH" smtClean="0"/>
              <a:t>27.11.2025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2479880-4AA9-BE82-3D3D-ED132B52B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4F2B077-23F8-4933-3564-70D6A5CA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1AEF2-D771-4074-835D-323F4B3DCEE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257422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AC3FBB-4CC8-232A-9F83-FDEE42724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DC04998-2D40-9E5F-F647-8585A3EB29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B300D53-562D-88DC-3A3A-507562C72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4E330-82FA-4048-AE3D-DEBA4B1FD654}" type="datetimeFigureOut">
              <a:rPr lang="fr-CH" smtClean="0"/>
              <a:t>27.11.2025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B8F9AA6-7C4A-EEAA-DD6D-84AA775AE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AE56BA5-9810-2200-2A7F-D65964285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1AEF2-D771-4074-835D-323F4B3DCEE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303101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4CA8B3B-1615-B028-6629-A4F9413F57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28F81ED-2481-6F75-2B0B-C85CA6C41E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B22032D-CA69-656F-7A86-6DE46E09D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4E330-82FA-4048-AE3D-DEBA4B1FD654}" type="datetimeFigureOut">
              <a:rPr lang="fr-CH" smtClean="0"/>
              <a:t>27.11.2025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2BAE4B2-4D98-B5DC-7687-438749519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2E34DA2-3183-48AB-0DB0-6E3B2755B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1AEF2-D771-4074-835D-323F4B3DCEE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583343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A188D98-D6E4-AFA5-5608-809B84E7B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D1B9A87-49C5-5E25-AC08-122CFC56D2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5846F73-845C-D780-D9A8-D4DB795D91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E4E330-82FA-4048-AE3D-DEBA4B1FD654}" type="datetimeFigureOut">
              <a:rPr lang="fr-CH" smtClean="0"/>
              <a:t>27.11.2025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2CE474-9AED-F6A0-C32F-5A9B807CAD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DB30EFE-66E2-C560-1645-2724B66D31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81AEF2-D771-4074-835D-323F4B3DCEE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912408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636AA9A-757E-656F-900D-DEE613AE9E41}"/>
              </a:ext>
            </a:extLst>
          </p:cNvPr>
          <p:cNvSpPr/>
          <p:nvPr/>
        </p:nvSpPr>
        <p:spPr>
          <a:xfrm>
            <a:off x="725214" y="725214"/>
            <a:ext cx="10373710" cy="52236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D5A5314-D1B2-07A9-F760-037B71E1E124}"/>
              </a:ext>
            </a:extLst>
          </p:cNvPr>
          <p:cNvSpPr txBox="1"/>
          <p:nvPr/>
        </p:nvSpPr>
        <p:spPr>
          <a:xfrm>
            <a:off x="725214" y="355882"/>
            <a:ext cx="817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>
                <a:solidFill>
                  <a:srgbClr val="FF0000"/>
                </a:solidFill>
              </a:rPr>
              <a:t>&lt;</a:t>
            </a:r>
            <a:r>
              <a:rPr lang="fr-CH" dirty="0" err="1">
                <a:solidFill>
                  <a:srgbClr val="FF0000"/>
                </a:solidFill>
              </a:rPr>
              <a:t>nav</a:t>
            </a:r>
            <a:r>
              <a:rPr lang="fr-CH" dirty="0">
                <a:solidFill>
                  <a:srgbClr val="FF0000"/>
                </a:solidFill>
              </a:rPr>
              <a:t>&gt;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F77785-C27F-79A8-E7B8-86BA02E2F74E}"/>
              </a:ext>
            </a:extLst>
          </p:cNvPr>
          <p:cNvSpPr/>
          <p:nvPr/>
        </p:nvSpPr>
        <p:spPr>
          <a:xfrm>
            <a:off x="852854" y="940777"/>
            <a:ext cx="4862146" cy="458958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67A6EF0-7EE4-E6AE-2E6A-82F96129C533}"/>
              </a:ext>
            </a:extLst>
          </p:cNvPr>
          <p:cNvSpPr txBox="1"/>
          <p:nvPr/>
        </p:nvSpPr>
        <p:spPr>
          <a:xfrm>
            <a:off x="881859" y="1030014"/>
            <a:ext cx="1773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>
                <a:solidFill>
                  <a:srgbClr val="00B050"/>
                </a:solidFill>
              </a:rPr>
              <a:t>&lt;div id logo&gt;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0948FD-F4C0-9AE9-53EB-2C5E7E53D217}"/>
              </a:ext>
            </a:extLst>
          </p:cNvPr>
          <p:cNvSpPr/>
          <p:nvPr/>
        </p:nvSpPr>
        <p:spPr>
          <a:xfrm>
            <a:off x="5975889" y="940777"/>
            <a:ext cx="4862146" cy="458958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2147953-72F2-C85F-EBDA-91AB940BD904}"/>
              </a:ext>
            </a:extLst>
          </p:cNvPr>
          <p:cNvSpPr txBox="1"/>
          <p:nvPr/>
        </p:nvSpPr>
        <p:spPr>
          <a:xfrm>
            <a:off x="6096000" y="1030014"/>
            <a:ext cx="1773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>
                <a:solidFill>
                  <a:srgbClr val="00B050"/>
                </a:solidFill>
              </a:rPr>
              <a:t>&lt;div id menu&gt;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53315A4F-B3D7-0566-B838-28BE8887F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597" y="1854334"/>
            <a:ext cx="2701359" cy="1482700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7278E9DE-DD8E-79D7-ADC5-DDD513DC23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5411" y="2411018"/>
            <a:ext cx="4488789" cy="306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49752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8A91B5AB6CC624587DF156CF2FE5AD5" ma:contentTypeVersion="9" ma:contentTypeDescription="Crée un document." ma:contentTypeScope="" ma:versionID="d2f46864a560f531b2fb301a807d0121">
  <xsd:schema xmlns:xsd="http://www.w3.org/2001/XMLSchema" xmlns:xs="http://www.w3.org/2001/XMLSchema" xmlns:p="http://schemas.microsoft.com/office/2006/metadata/properties" xmlns:ns2="f00724a2-175c-46a3-ac15-337c59f84cfe" targetNamespace="http://schemas.microsoft.com/office/2006/metadata/properties" ma:root="true" ma:fieldsID="a9898543f89c7b6b39ed82a4315b72c5" ns2:_="">
    <xsd:import namespace="f00724a2-175c-46a3-ac15-337c59f84c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0724a2-175c-46a3-ac15-337c59f84cf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5cfe7824-1d92-4d19-9a43-1c93e0eb464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00724a2-175c-46a3-ac15-337c59f84cf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5061715-EE36-4767-8781-3883AC22EEC1}"/>
</file>

<file path=customXml/itemProps2.xml><?xml version="1.0" encoding="utf-8"?>
<ds:datastoreItem xmlns:ds="http://schemas.openxmlformats.org/officeDocument/2006/customXml" ds:itemID="{04729666-45F2-4F41-B17E-83812AE5C12D}"/>
</file>

<file path=customXml/itemProps3.xml><?xml version="1.0" encoding="utf-8"?>
<ds:datastoreItem xmlns:ds="http://schemas.openxmlformats.org/officeDocument/2006/customXml" ds:itemID="{C60BC404-6E35-4351-859A-26B8C910D108}"/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13</Words>
  <Application>Microsoft Office PowerPoint</Application>
  <PresentationFormat>Grand écran</PresentationFormat>
  <Paragraphs>3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Claude Rochat</dc:creator>
  <cp:lastModifiedBy>Claude Rochat</cp:lastModifiedBy>
  <cp:revision>1</cp:revision>
  <dcterms:created xsi:type="dcterms:W3CDTF">2025-11-27T09:59:14Z</dcterms:created>
  <dcterms:modified xsi:type="dcterms:W3CDTF">2025-11-27T10:18:05Z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0x01010068A91B5AB6CC624587DF156CF2FE5AD5</vt:lpwstr>
  </property>
</Properties>
</file>